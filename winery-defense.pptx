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(~30 sec): Dobry den, sme tim Lucia, Jan G., Jan N. a Michal a predstavujeme nas projekt Winery Management System. Je to microservice aplikacia v Spring Boot, prejdeme strong points, weak points, spolupracu, AI usage a feedback ku kurzu.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POINTS (~1 min): 1) ProductionPlanningService - vypocita kolko flias vieme realne urobit a ktora odroda je limitujuca. 2) JMS s ACK - production posiela spravu o dokoncenom batchi, inventory updatuje sklad a posiela potvrdenie spat. 3) Central Swagger UI na 8090 - jeden kontajner ktory proxyuje vsetky 4 services, riesi OAuth redirect URL na jednom mieste. 4) Deploy pipeline - push do main builduje docker images, pushuje do Quay a rolluje na OpenShift, monitoring je preconfigurovany.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WEAK POINTS (~1 min): 1) Code duplication - kazdy clen tymu robil svoj service samostatne, takze veci ako security config, exception handling, DTO patterns vznikli duplicitne. Postupne sme veci tahali do common-service ale nestihli sme vsetko. 2) Different style across services - paralelny vyvoj znamenal aj rozne naming (Controller vs RestController, package layout). Jeden owner by to zachytil skor. 3) Java-side aggregation v summary metodach - ReservationRepository.filter ukazuje ze JPQL Query pattern poznat, len sme ho v harvest service neaplikovali. Pripadne spomenut: duplicate validation a OpenAPI consistency ktore boli vo predoslej verzii sme medzitym opravili commitmi 473a2f6 a 643a828.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(~45 sec): Kazdy stavbal jeden modul a testoval iny - cross-testing. Customer Jan G./Lucia, Harvest Lucia/Jan N., Inventory Jan N./Michal, Production Michal/Jan G. Spolocne sme delili common-service, messaging, CI/CD a monitoring. Pracujeme cez MR-ka s 2 approvals. Denne sme komunikovali cez Discord - deadliny, pripomienky, design questions, screenshoty.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USAGE (~45 sec): Pouzili sme Claude a ChatGPT na pisanie textov (README, OpenAPI popisy), scaffolding kodu (Liquibase, JMS), infra setup (GitLab CI, OpenShift, Prometheus/Grafana - cviciaci to ocenil), debug 5-vrstvoveho customer-service problemu, druhy par oci pri review. Vsetko je v README dokumentovane.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(~30 sec): 1) Pozitivny feedback - kurz je super, vela sme sa naucili (microservices, JMS, OAuth, monitoring, OpenShift), hands-on format dobry. Podakovat za cas a trpezlivost. 2) Viac casu medzi M3 deadline a obhajobou - aktualne je tyzden, 2-3 tyzdne by pomohli vyuzit review feedback. 3) Viac casu na samotne M3 - security, monitoring, deployment a showcase je vela na jedno kolo, dlhsie okno by pomohlo kazdej casti dat realnu pozornost.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65760"/>
            <a:ext cx="54864" cy="5486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365760"/>
            <a:ext cx="54864" cy="5486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365760"/>
            <a:ext cx="54864" cy="5486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Winery Management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0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Microservice-based Spring Boot application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PA165 Enterprise Java Application  |  FI MUNI  |  Spring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Lucia  •  Jan G.  •  Jan N.  •  Michal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that took the most thought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840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CBA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508760" y="15819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planning logic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ProductionPlanningService figures out how many bottles we can actually make from a recipe and the available grape lots, and which variety runs out first.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3840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CBA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5544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623560" y="15819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JMS with ACK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23317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publishes a batch-completed message, inventory updates stock and sends an ACK back. Both directions are persisted so we can replay what happened.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840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CBA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5204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508760" y="35478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Swagger UI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297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Swagger UI container on port 8090 proxies all four services. Solves the OAuth redirect URL problem in one place.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383280"/>
            <a:ext cx="3840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CBA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35204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623560" y="35478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to OpenShift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00600" y="4297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 builds Docker images, pushes them to Quay, and rolls out to OpenShift. Prometheus and Grafana are provisioned with dashboards.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parallel development hurt 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BA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duplication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us built our own service in isolation, so shared concerns like security config, exception handling, or DTO patterns started out duplicated. We kept extracting things into common-service as we went, but some duplication still slipped through.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BA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600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6616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style across services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28346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 also meant different naming choices and structure (Controller vs RestController, package layout, DTO suffixes). Consistent style is something a single owner would have caught much earlier.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BA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600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4652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Java-side aggregation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HarvestRecordService summary methods load everything and group it in Java. ReservationRepository.filter shows we know the @Query pattern - we just didn't apply it here yet.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Cooperation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what, and what we shared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737360"/>
                <a:gridCol w="17373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9A9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Module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9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Built by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A9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Tested by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customer-service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harvest-service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inventory-service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production-service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C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417320"/>
            <a:ext cx="2011680" cy="2240280"/>
          </a:xfrm>
          <a:prstGeom prst="rect">
            <a:avLst/>
          </a:prstGeom>
          <a:solidFill>
            <a:srgbClr val="4A1B30"/>
          </a:solidFill>
          <a:ln w="12700">
            <a:solidFill>
              <a:srgbClr val="4A1B3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0" y="192024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common-service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JMS messaging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 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merge requests with at least two approvals. Each of us commits only their own work.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Coordination:  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on Discord - deadlines, reminders, quick design questions, sharing screenshots.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LLM Usage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used Claude and ChatGPT during the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BA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README sections, OpenAPI descriptions, internal notes for the team.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BA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Scaffolding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pass at Liquibase migrations and JMS producer/consumer code. We cleaned it up afterwards.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BA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CI, OpenShift template, Prometheus and Grafana config. Tutor called this a reasonable move in M3.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BA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Debugging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 down a five-layer Docker Compose issue with customer-service that the M3 reviewer hit too.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108960"/>
            <a:ext cx="2697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BA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 opinion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6118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asked for a second look at tricky tests, edge cases, or naming.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108960"/>
            <a:ext cx="2697480" cy="1508760"/>
          </a:xfrm>
          <a:prstGeom prst="rect">
            <a:avLst/>
          </a:prstGeom>
          <a:solidFill>
            <a:srgbClr val="6D2E46"/>
          </a:solidFill>
          <a:ln w="6350">
            <a:solidFill>
              <a:srgbClr val="E0CBA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Disclosure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36118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has a section that lists everything we used AI for. Reviewed and signed off by hand.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Feedback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small things that would make the next round easier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BA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02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91640" y="16002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Really valuable course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9659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covered a lot in one semester - microservices, JMS, OAuth, monitoring, OpenShift. Most of it was new to us and the hands-on format made it stick. Thanks for the time and patience put into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BA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788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691640" y="27889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time between M3 and defense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31546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 there is barely a week to act on the M3 review, polish the showcase and rehearse. Two to three weeks would help us actually use the feedback.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BA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9776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691640" y="39776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time for M3 itself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4343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covers security, monitoring, deployment and the showcase in one window. A longer M3 timeline would let each part get real attention instead of being rushed at the end.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Winery Management System - Final Defense</dc:title>
  <dc:subject>PptxGenJS Presentation</dc:subject>
  <dc:creator>Lucia, Jan G., Jan N., Michal</dc:creator>
  <cp:lastModifiedBy>Lucia, Jan G., Jan N., Michal</cp:lastModifiedBy>
  <cp:revision>1</cp:revision>
  <dcterms:created xsi:type="dcterms:W3CDTF">2026-05-24T15:50:45Z</dcterms:created>
  <dcterms:modified xsi:type="dcterms:W3CDTF">2026-05-24T15:50:45Z</dcterms:modified>
</cp:coreProperties>
</file>